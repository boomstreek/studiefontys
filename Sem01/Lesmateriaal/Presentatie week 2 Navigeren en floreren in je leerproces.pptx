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sldIdLst>
    <p:sldId id="256" r:id="rId5"/>
    <p:sldId id="257" r:id="rId6"/>
    <p:sldId id="258" r:id="rId7"/>
    <p:sldId id="259" r:id="rId8"/>
    <p:sldId id="260" r:id="rId9"/>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07EC2B-3E4C-7BB1-3A0C-516A5FDC3592}" v="1" dt="2025-09-08T18:33:30.653"/>
    <p1510:client id="{61D96AB7-8777-4E1F-A73F-83547A8EE7B3}" v="3" dt="2025-09-08T16:05:54.970"/>
    <p1510:client id="{827A5CD1-5D0F-4D31-B52A-C15E635EED2E}" v="365" dt="2025-09-08T18:58:42.3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roevers,Francis A.F." userId="S::879178@fontys.nl::227f5434-5375-407a-ba53-7d2af2febd66" providerId="AD" clId="Web-{827A5CD1-5D0F-4D31-B52A-C15E635EED2E}"/>
    <pc:docChg chg="modSld">
      <pc:chgData name="Schroevers,Francis A.F." userId="S::879178@fontys.nl::227f5434-5375-407a-ba53-7d2af2febd66" providerId="AD" clId="Web-{827A5CD1-5D0F-4D31-B52A-C15E635EED2E}" dt="2025-09-08T18:58:41.832" v="186" actId="20577"/>
      <pc:docMkLst>
        <pc:docMk/>
      </pc:docMkLst>
      <pc:sldChg chg="addSp modSp">
        <pc:chgData name="Schroevers,Francis A.F." userId="S::879178@fontys.nl::227f5434-5375-407a-ba53-7d2af2febd66" providerId="AD" clId="Web-{827A5CD1-5D0F-4D31-B52A-C15E635EED2E}" dt="2025-09-08T18:58:41.832" v="186" actId="20577"/>
        <pc:sldMkLst>
          <pc:docMk/>
          <pc:sldMk cId="2083279949" sldId="257"/>
        </pc:sldMkLst>
        <pc:spChg chg="add mod">
          <ac:chgData name="Schroevers,Francis A.F." userId="S::879178@fontys.nl::227f5434-5375-407a-ba53-7d2af2febd66" providerId="AD" clId="Web-{827A5CD1-5D0F-4D31-B52A-C15E635EED2E}" dt="2025-09-08T18:58:41.832" v="186" actId="20577"/>
          <ac:spMkLst>
            <pc:docMk/>
            <pc:sldMk cId="2083279949" sldId="257"/>
            <ac:spMk id="2" creationId="{DAEE7C2D-C667-0E25-13EE-C7D2AB8B0547}"/>
          </ac:spMkLst>
        </pc:spChg>
      </pc:sldChg>
      <pc:sldChg chg="addSp delSp modSp">
        <pc:chgData name="Schroevers,Francis A.F." userId="S::879178@fontys.nl::227f5434-5375-407a-ba53-7d2af2febd66" providerId="AD" clId="Web-{827A5CD1-5D0F-4D31-B52A-C15E635EED2E}" dt="2025-09-08T18:53:59.352" v="22"/>
        <pc:sldMkLst>
          <pc:docMk/>
          <pc:sldMk cId="2186202586" sldId="258"/>
        </pc:sldMkLst>
        <pc:spChg chg="add del mod">
          <ac:chgData name="Schroevers,Francis A.F." userId="S::879178@fontys.nl::227f5434-5375-407a-ba53-7d2af2febd66" providerId="AD" clId="Web-{827A5CD1-5D0F-4D31-B52A-C15E635EED2E}" dt="2025-09-08T18:53:59.352" v="22"/>
          <ac:spMkLst>
            <pc:docMk/>
            <pc:sldMk cId="2186202586" sldId="258"/>
            <ac:spMk id="2" creationId="{F7477AE5-D5BF-D6EE-9C75-F6E916C0EE2A}"/>
          </ac:spMkLst>
        </pc:spChg>
        <pc:spChg chg="add del mod">
          <ac:chgData name="Schroevers,Francis A.F." userId="S::879178@fontys.nl::227f5434-5375-407a-ba53-7d2af2febd66" providerId="AD" clId="Web-{827A5CD1-5D0F-4D31-B52A-C15E635EED2E}" dt="2025-09-08T18:53:58.274" v="21"/>
          <ac:spMkLst>
            <pc:docMk/>
            <pc:sldMk cId="2186202586" sldId="258"/>
            <ac:spMk id="4" creationId="{5D021DF0-16C5-E095-ABE5-9A48F1E507D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C653B6-299F-4BC0-B7D9-558D0B1466CD}" type="datetimeFigureOut">
              <a:rPr lang="nl-NL" smtClean="0"/>
              <a:t>8-9-2025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25795-BDBF-46A7-B9B1-AE9ED7D59C46}" type="slidenum">
              <a:rPr lang="nl-NL" smtClean="0"/>
              <a:t>‹nr.›</a:t>
            </a:fld>
            <a:endParaRPr lang="nl-NL"/>
          </a:p>
        </p:txBody>
      </p:sp>
    </p:spTree>
    <p:extLst>
      <p:ext uri="{BB962C8B-B14F-4D97-AF65-F5344CB8AC3E}">
        <p14:creationId xmlns:p14="http://schemas.microsoft.com/office/powerpoint/2010/main" val="4140700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0"/>
            <a:r>
              <a:rPr lang="nl-NL" sz="1200" b="1" kern="1200">
                <a:solidFill>
                  <a:schemeClr val="tx1"/>
                </a:solidFill>
                <a:effectLst/>
                <a:latin typeface="+mn-lt"/>
                <a:ea typeface="+mn-ea"/>
                <a:cs typeface="+mn-cs"/>
              </a:rPr>
              <a:t>Navigeren</a:t>
            </a:r>
            <a:r>
              <a:rPr lang="nl-NL" sz="1200" kern="1200">
                <a:solidFill>
                  <a:schemeClr val="tx1"/>
                </a:solidFill>
                <a:effectLst/>
                <a:latin typeface="+mn-lt"/>
                <a:ea typeface="+mn-ea"/>
                <a:cs typeface="+mn-cs"/>
              </a:rPr>
              <a:t> </a:t>
            </a:r>
            <a:r>
              <a:rPr lang="nl-NL" sz="1200" b="1" kern="1200">
                <a:solidFill>
                  <a:schemeClr val="tx1"/>
                </a:solidFill>
                <a:effectLst/>
                <a:latin typeface="+mn-lt"/>
                <a:ea typeface="+mn-ea"/>
                <a:cs typeface="+mn-cs"/>
              </a:rPr>
              <a:t>door  </a:t>
            </a:r>
            <a:r>
              <a:rPr lang="nl-NL" sz="1200" kern="1200">
                <a:solidFill>
                  <a:schemeClr val="tx1"/>
                </a:solidFill>
                <a:effectLst/>
                <a:latin typeface="+mn-lt"/>
                <a:ea typeface="+mn-ea"/>
                <a:cs typeface="+mn-cs"/>
              </a:rPr>
              <a:t>het leerproces betekent dat studenten weten waar ze naartoe werken en hoe zij daar komen. Zij hebben zicht op de Eenheden van Leeruitkomsten (</a:t>
            </a:r>
            <a:r>
              <a:rPr lang="nl-NL" sz="1200" kern="1200" err="1">
                <a:solidFill>
                  <a:schemeClr val="tx1"/>
                </a:solidFill>
                <a:effectLst/>
                <a:latin typeface="+mn-lt"/>
                <a:ea typeface="+mn-ea"/>
                <a:cs typeface="+mn-cs"/>
              </a:rPr>
              <a:t>EvL</a:t>
            </a:r>
            <a:r>
              <a:rPr lang="nl-NL" sz="1200" kern="1200">
                <a:solidFill>
                  <a:schemeClr val="tx1"/>
                </a:solidFill>
                <a:effectLst/>
                <a:latin typeface="+mn-lt"/>
                <a:ea typeface="+mn-ea"/>
                <a:cs typeface="+mn-cs"/>
              </a:rPr>
              <a:t>), weten welke leeractiviteiten zij gaan ondernemen, vragen actief om feedback en kunnen de opbrengsten van hun leren zichtbaar maken.</a:t>
            </a:r>
          </a:p>
          <a:p>
            <a:pPr lvl="0"/>
            <a:r>
              <a:rPr lang="nl-NL" sz="1200" b="1" kern="1200">
                <a:solidFill>
                  <a:schemeClr val="tx1"/>
                </a:solidFill>
                <a:effectLst/>
                <a:latin typeface="+mn-lt"/>
                <a:ea typeface="+mn-ea"/>
                <a:cs typeface="+mn-cs"/>
              </a:rPr>
              <a:t>Floreren</a:t>
            </a:r>
            <a:r>
              <a:rPr lang="nl-NL" sz="1200" kern="1200">
                <a:solidFill>
                  <a:schemeClr val="tx1"/>
                </a:solidFill>
                <a:effectLst/>
                <a:latin typeface="+mn-lt"/>
                <a:ea typeface="+mn-ea"/>
                <a:cs typeface="+mn-cs"/>
              </a:rPr>
              <a:t> </a:t>
            </a:r>
            <a:r>
              <a:rPr lang="nl-NL" sz="1200" b="1" kern="1200">
                <a:solidFill>
                  <a:schemeClr val="tx1"/>
                </a:solidFill>
                <a:effectLst/>
                <a:latin typeface="+mn-lt"/>
                <a:ea typeface="+mn-ea"/>
                <a:cs typeface="+mn-cs"/>
              </a:rPr>
              <a:t>in  </a:t>
            </a:r>
            <a:r>
              <a:rPr lang="nl-NL" sz="1200" kern="1200">
                <a:solidFill>
                  <a:schemeClr val="tx1"/>
                </a:solidFill>
                <a:effectLst/>
                <a:latin typeface="+mn-lt"/>
                <a:ea typeface="+mn-ea"/>
                <a:cs typeface="+mn-cs"/>
              </a:rPr>
              <a:t>het leerproces gaat over hoe studenten zich voelen en ontwikkelen. Het gaat om goed in hun vel zitten, verbondenheid ervaren met medestudenten en docenten, bewust zijn van hun persoonlijke groei en zich thuis voelen binnen de opleiding.</a:t>
            </a:r>
          </a:p>
          <a:p>
            <a:r>
              <a:rPr lang="nl-NL" sz="1200" kern="1200">
                <a:solidFill>
                  <a:schemeClr val="tx1"/>
                </a:solidFill>
                <a:effectLst/>
                <a:latin typeface="+mn-lt"/>
                <a:ea typeface="+mn-ea"/>
                <a:cs typeface="+mn-cs"/>
              </a:rPr>
              <a:t>Deze twee aspecten zijn onlosmakelijk verbonden.</a:t>
            </a:r>
          </a:p>
          <a:p>
            <a:endParaRPr lang="nl-NL"/>
          </a:p>
        </p:txBody>
      </p:sp>
      <p:sp>
        <p:nvSpPr>
          <p:cNvPr id="4" name="Tijdelijke aanduiding voor dianummer 3"/>
          <p:cNvSpPr>
            <a:spLocks noGrp="1"/>
          </p:cNvSpPr>
          <p:nvPr>
            <p:ph type="sldNum" sz="quarter" idx="5"/>
          </p:nvPr>
        </p:nvSpPr>
        <p:spPr/>
        <p:txBody>
          <a:bodyPr/>
          <a:lstStyle/>
          <a:p>
            <a:fld id="{83F25795-BDBF-46A7-B9B1-AE9ED7D59C46}" type="slidenum">
              <a:rPr lang="nl-NL" smtClean="0"/>
              <a:t>1</a:t>
            </a:fld>
            <a:endParaRPr lang="nl-NL"/>
          </a:p>
        </p:txBody>
      </p:sp>
    </p:spTree>
    <p:extLst>
      <p:ext uri="{BB962C8B-B14F-4D97-AF65-F5344CB8AC3E}">
        <p14:creationId xmlns:p14="http://schemas.microsoft.com/office/powerpoint/2010/main" val="664670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 QR-code verwijst naar de handreiking 'Navigeren door je </a:t>
            </a:r>
            <a:r>
              <a:rPr lang="nl-NL" dirty="0" err="1"/>
              <a:t>leerporces</a:t>
            </a:r>
            <a:r>
              <a:rPr lang="nl-NL" dirty="0"/>
              <a:t>', https://www.fontys.nl/Download/Handreiking-navigeren-door-je-leerproces.htm</a:t>
            </a:r>
          </a:p>
          <a:p>
            <a:endParaRPr lang="nl-NL"/>
          </a:p>
        </p:txBody>
      </p:sp>
      <p:sp>
        <p:nvSpPr>
          <p:cNvPr id="4" name="Tijdelijke aanduiding voor dianummer 3"/>
          <p:cNvSpPr>
            <a:spLocks noGrp="1"/>
          </p:cNvSpPr>
          <p:nvPr>
            <p:ph type="sldNum" sz="quarter" idx="5"/>
          </p:nvPr>
        </p:nvSpPr>
        <p:spPr/>
        <p:txBody>
          <a:bodyPr/>
          <a:lstStyle/>
          <a:p>
            <a:fld id="{83F25795-BDBF-46A7-B9B1-AE9ED7D59C46}" type="slidenum">
              <a:rPr lang="nl-NL" smtClean="0"/>
              <a:t>2</a:t>
            </a:fld>
            <a:endParaRPr lang="nl-NL"/>
          </a:p>
        </p:txBody>
      </p:sp>
    </p:spTree>
    <p:extLst>
      <p:ext uri="{BB962C8B-B14F-4D97-AF65-F5344CB8AC3E}">
        <p14:creationId xmlns:p14="http://schemas.microsoft.com/office/powerpoint/2010/main" val="794699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Studieplan: https://stichtingfontys.sharepoint.com/sites/066_01/Gedeelde%20documenten/Forms/AllItems.aspx?id=%2Fsites%2F066%5F01%2FGedeelde%20documenten%2FStudieplan%20format%2Epdf&amp;parent=%2Fsites%2F066%5F01%2FGedeelde%20documenten</a:t>
            </a:r>
          </a:p>
          <a:p>
            <a:endParaRPr lang="nl-NL"/>
          </a:p>
        </p:txBody>
      </p:sp>
      <p:sp>
        <p:nvSpPr>
          <p:cNvPr id="4" name="Tijdelijke aanduiding voor dianummer 3"/>
          <p:cNvSpPr>
            <a:spLocks noGrp="1"/>
          </p:cNvSpPr>
          <p:nvPr>
            <p:ph type="sldNum" sz="quarter" idx="5"/>
          </p:nvPr>
        </p:nvSpPr>
        <p:spPr/>
        <p:txBody>
          <a:bodyPr/>
          <a:lstStyle/>
          <a:p>
            <a:fld id="{83F25795-BDBF-46A7-B9B1-AE9ED7D59C46}" type="slidenum">
              <a:rPr lang="nl-NL" smtClean="0"/>
              <a:t>3</a:t>
            </a:fld>
            <a:endParaRPr lang="nl-NL"/>
          </a:p>
        </p:txBody>
      </p:sp>
    </p:spTree>
    <p:extLst>
      <p:ext uri="{BB962C8B-B14F-4D97-AF65-F5344CB8AC3E}">
        <p14:creationId xmlns:p14="http://schemas.microsoft.com/office/powerpoint/2010/main" val="727775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De QR-code verwijst naar de curriculum database pagina waar een toelichting op de vier leeruitkomsten van Semester 1 PRO wordt gegeven, https://cdb.fhict.nl/admin_showeduunit.php?eu=618   </a:t>
            </a:r>
          </a:p>
        </p:txBody>
      </p:sp>
      <p:sp>
        <p:nvSpPr>
          <p:cNvPr id="4" name="Tijdelijke aanduiding voor dianummer 3"/>
          <p:cNvSpPr>
            <a:spLocks noGrp="1"/>
          </p:cNvSpPr>
          <p:nvPr>
            <p:ph type="sldNum" sz="quarter" idx="5"/>
          </p:nvPr>
        </p:nvSpPr>
        <p:spPr/>
        <p:txBody>
          <a:bodyPr/>
          <a:lstStyle/>
          <a:p>
            <a:fld id="{83F25795-BDBF-46A7-B9B1-AE9ED7D59C46}" type="slidenum">
              <a:rPr lang="nl-NL" smtClean="0"/>
              <a:t>4</a:t>
            </a:fld>
            <a:endParaRPr lang="nl-NL"/>
          </a:p>
        </p:txBody>
      </p:sp>
    </p:spTree>
    <p:extLst>
      <p:ext uri="{BB962C8B-B14F-4D97-AF65-F5344CB8AC3E}">
        <p14:creationId xmlns:p14="http://schemas.microsoft.com/office/powerpoint/2010/main" val="2994553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83F25795-BDBF-46A7-B9B1-AE9ED7D59C46}" type="slidenum">
              <a:rPr lang="nl-NL" smtClean="0"/>
              <a:t>5</a:t>
            </a:fld>
            <a:endParaRPr lang="nl-NL"/>
          </a:p>
        </p:txBody>
      </p:sp>
    </p:spTree>
    <p:extLst>
      <p:ext uri="{BB962C8B-B14F-4D97-AF65-F5344CB8AC3E}">
        <p14:creationId xmlns:p14="http://schemas.microsoft.com/office/powerpoint/2010/main" val="2218174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42B0DA-D75B-A832-FB15-48DD49B763DE}"/>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AEBAE276-29CD-6CFE-C1F9-DD29AFDCBC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A0CAE56A-3FF3-C90B-098D-9E6275072683}"/>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5" name="Tijdelijke aanduiding voor voettekst 4">
            <a:extLst>
              <a:ext uri="{FF2B5EF4-FFF2-40B4-BE49-F238E27FC236}">
                <a16:creationId xmlns:a16="http://schemas.microsoft.com/office/drawing/2014/main" id="{B073AE59-55AF-9AD9-BE85-5CB30A1E43F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FF7AA0C-C6F6-CA36-3345-F17D9A56D9AF}"/>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3206876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3736FE-679A-2E37-386D-15FD91ABE98F}"/>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FE96E1C5-8409-1C94-E1BF-0FA21AF814E2}"/>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8C077D5-6C69-A021-4CE9-581C158361FE}"/>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5" name="Tijdelijke aanduiding voor voettekst 4">
            <a:extLst>
              <a:ext uri="{FF2B5EF4-FFF2-40B4-BE49-F238E27FC236}">
                <a16:creationId xmlns:a16="http://schemas.microsoft.com/office/drawing/2014/main" id="{67AE55CE-1BA6-0BF6-8873-5E2A92163930}"/>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1C591E8-C9FF-7809-3B86-8854E7B53064}"/>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3770031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F75D20-4FDC-9D6E-3382-1DF8787BF062}"/>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2AA9F8C9-B4A0-7705-250D-B6AE18D24E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63EAE25E-1760-52AD-0EC1-89FFBA0965A0}"/>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5" name="Tijdelijke aanduiding voor voettekst 4">
            <a:extLst>
              <a:ext uri="{FF2B5EF4-FFF2-40B4-BE49-F238E27FC236}">
                <a16:creationId xmlns:a16="http://schemas.microsoft.com/office/drawing/2014/main" id="{6BBB896C-F705-1E7B-BB86-7C73814CCC39}"/>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667B3DA3-C19E-66F8-CD4A-873841458106}"/>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2252488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0D0436-4759-8955-F7F1-31CAE305305F}"/>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786FC9B2-338A-EB8C-D475-E57C5AB51A24}"/>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FAFC5E60-3B9A-8CAE-1B05-836FE8C45302}"/>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B6639377-6F2E-FD5D-50E1-0394E36EB193}"/>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6" name="Tijdelijke aanduiding voor voettekst 5">
            <a:extLst>
              <a:ext uri="{FF2B5EF4-FFF2-40B4-BE49-F238E27FC236}">
                <a16:creationId xmlns:a16="http://schemas.microsoft.com/office/drawing/2014/main" id="{59419167-4885-224D-B027-CDF92D7D9FB8}"/>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3D7F774-1B2B-82D4-EA63-905C57ED1978}"/>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1609512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ED3EB1-4C36-B4E2-75BE-0FB6AFBC4A7C}"/>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2D47205D-8FDD-C24B-76D8-EDB212F3BD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6F19F6C3-AC55-C45F-817F-A0CA89207343}"/>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AFD671D0-B294-D501-F571-CD5824A850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DA5D1EAF-F66F-FC58-E7AB-8451B28AECD7}"/>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CD8B5341-5414-10BD-21DE-E45EFA1491DB}"/>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8" name="Tijdelijke aanduiding voor voettekst 7">
            <a:extLst>
              <a:ext uri="{FF2B5EF4-FFF2-40B4-BE49-F238E27FC236}">
                <a16:creationId xmlns:a16="http://schemas.microsoft.com/office/drawing/2014/main" id="{C7EF1573-99E5-A619-41A3-6DC241408CBD}"/>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7315329F-1E9D-3655-CC10-D38259E07C76}"/>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865882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942C86-F574-4D47-083B-64E392354AB9}"/>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C769D753-4AE5-9851-C1DA-8CA33AC2A6B4}"/>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4" name="Tijdelijke aanduiding voor voettekst 3">
            <a:extLst>
              <a:ext uri="{FF2B5EF4-FFF2-40B4-BE49-F238E27FC236}">
                <a16:creationId xmlns:a16="http://schemas.microsoft.com/office/drawing/2014/main" id="{89416B76-6DA1-C939-7891-E3D2BC1F63A8}"/>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9F052C33-B9E8-1648-4E27-7EE095E7BCA3}"/>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56336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A8F6F82F-0600-1D21-B301-84D0B0C357E6}"/>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3" name="Tijdelijke aanduiding voor voettekst 2">
            <a:extLst>
              <a:ext uri="{FF2B5EF4-FFF2-40B4-BE49-F238E27FC236}">
                <a16:creationId xmlns:a16="http://schemas.microsoft.com/office/drawing/2014/main" id="{4143E193-10C0-2334-B13E-35D734034A21}"/>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270873F8-58D5-4E28-32EC-8A50E21D1693}"/>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651202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D76338-B06D-2D5B-3EB7-1C8ECB1A8D9F}"/>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9C55F8F7-D1C5-E99F-A56F-B8B4F1D4D0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5C1C87EE-1222-CAE8-C832-C00CBE13FD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22205AB7-C2AA-1325-D7D7-10D09E66D978}"/>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6" name="Tijdelijke aanduiding voor voettekst 5">
            <a:extLst>
              <a:ext uri="{FF2B5EF4-FFF2-40B4-BE49-F238E27FC236}">
                <a16:creationId xmlns:a16="http://schemas.microsoft.com/office/drawing/2014/main" id="{F664F8D9-C3FD-40E4-5C2D-8E4D75CC98AA}"/>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05828B2-C926-6262-A6ED-A08203A49B08}"/>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1438297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6AEF71-E8A4-FC21-6FCD-C9B0457676A4}"/>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70F22B3E-167F-A024-CF40-CE24A07046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CFBA591C-E51D-4D89-F378-EFAEA3EA9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62EE492D-D059-5634-3D88-8B211602A134}"/>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6" name="Tijdelijke aanduiding voor voettekst 5">
            <a:extLst>
              <a:ext uri="{FF2B5EF4-FFF2-40B4-BE49-F238E27FC236}">
                <a16:creationId xmlns:a16="http://schemas.microsoft.com/office/drawing/2014/main" id="{9009C1ED-5E2C-D1A8-1CD7-AC430467AE95}"/>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16B6F8DF-407D-CA9A-2E3F-A2C332321E8E}"/>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3160640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B90ACE-1207-10FD-C013-B97A87513703}"/>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B2A87736-2545-2316-4D46-79AB3054E4C4}"/>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33850EB-0AA8-C75D-D72B-4BAA622693FD}"/>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5" name="Tijdelijke aanduiding voor voettekst 4">
            <a:extLst>
              <a:ext uri="{FF2B5EF4-FFF2-40B4-BE49-F238E27FC236}">
                <a16:creationId xmlns:a16="http://schemas.microsoft.com/office/drawing/2014/main" id="{3C8D7D1E-EA0D-B026-5F00-33A0C35C2D50}"/>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787F184-5337-F7EE-1C9E-C09E92D7DA4C}"/>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1528429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EC71B3C0-382F-D07B-9D76-C70AC320C9CC}"/>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6F0B27ED-E924-1CC8-3097-975624D30770}"/>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4134358-3A60-4818-F0CF-50508CF802A6}"/>
              </a:ext>
            </a:extLst>
          </p:cNvPr>
          <p:cNvSpPr>
            <a:spLocks noGrp="1"/>
          </p:cNvSpPr>
          <p:nvPr>
            <p:ph type="dt" sz="half" idx="10"/>
          </p:nvPr>
        </p:nvSpPr>
        <p:spPr/>
        <p:txBody>
          <a:bodyPr/>
          <a:lstStyle/>
          <a:p>
            <a:fld id="{9BB9B321-18EA-4298-BAD3-F332C4D6A53B}" type="datetimeFigureOut">
              <a:rPr lang="nl-NL" smtClean="0"/>
              <a:t>8-9-2025</a:t>
            </a:fld>
            <a:endParaRPr lang="nl-NL"/>
          </a:p>
        </p:txBody>
      </p:sp>
      <p:sp>
        <p:nvSpPr>
          <p:cNvPr id="5" name="Tijdelijke aanduiding voor voettekst 4">
            <a:extLst>
              <a:ext uri="{FF2B5EF4-FFF2-40B4-BE49-F238E27FC236}">
                <a16:creationId xmlns:a16="http://schemas.microsoft.com/office/drawing/2014/main" id="{85961BCA-614B-ADB8-2EF4-F56D355E977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E0C204A9-5E31-25FE-46ED-B80FE73C0CFB}"/>
              </a:ext>
            </a:extLst>
          </p:cNvPr>
          <p:cNvSpPr>
            <a:spLocks noGrp="1"/>
          </p:cNvSpPr>
          <p:nvPr>
            <p:ph type="sldNum" sz="quarter" idx="12"/>
          </p:nvPr>
        </p:nvSpPr>
        <p:spPr/>
        <p:txBody>
          <a:bodyPr/>
          <a:lstStyle/>
          <a:p>
            <a:fld id="{DA6FF721-3D93-4100-A381-017519D46604}" type="slidenum">
              <a:rPr lang="nl-NL" smtClean="0"/>
              <a:t>‹nr.›</a:t>
            </a:fld>
            <a:endParaRPr lang="nl-NL"/>
          </a:p>
        </p:txBody>
      </p:sp>
    </p:spTree>
    <p:extLst>
      <p:ext uri="{BB962C8B-B14F-4D97-AF65-F5344CB8AC3E}">
        <p14:creationId xmlns:p14="http://schemas.microsoft.com/office/powerpoint/2010/main" val="847858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7DC2AF1-818E-6644-9F6F-4EA3F848C2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628D55D0-CB64-3E18-6C6B-8F435AE174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3841C6C4-A260-5012-B705-7AD50EE952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B9B321-18EA-4298-BAD3-F332C4D6A53B}" type="datetimeFigureOut">
              <a:rPr lang="nl-NL" smtClean="0"/>
              <a:t>8-9-2025</a:t>
            </a:fld>
            <a:endParaRPr lang="nl-NL"/>
          </a:p>
        </p:txBody>
      </p:sp>
      <p:sp>
        <p:nvSpPr>
          <p:cNvPr id="5" name="Tijdelijke aanduiding voor voettekst 4">
            <a:extLst>
              <a:ext uri="{FF2B5EF4-FFF2-40B4-BE49-F238E27FC236}">
                <a16:creationId xmlns:a16="http://schemas.microsoft.com/office/drawing/2014/main" id="{7DA925CD-DB5D-7D07-2E3A-54416A7F25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90BBFB19-6E60-8686-25B8-2CA60F384C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6FF721-3D93-4100-A381-017519D46604}" type="slidenum">
              <a:rPr lang="nl-NL" smtClean="0"/>
              <a:t>‹nr.›</a:t>
            </a:fld>
            <a:endParaRPr lang="nl-NL"/>
          </a:p>
        </p:txBody>
      </p:sp>
    </p:spTree>
    <p:extLst>
      <p:ext uri="{BB962C8B-B14F-4D97-AF65-F5344CB8AC3E}">
        <p14:creationId xmlns:p14="http://schemas.microsoft.com/office/powerpoint/2010/main" val="3281956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A9F0B1-6B0A-F6F6-EB83-1132765F09A3}"/>
              </a:ext>
            </a:extLst>
          </p:cNvPr>
          <p:cNvSpPr>
            <a:spLocks noGrp="1"/>
          </p:cNvSpPr>
          <p:nvPr>
            <p:ph type="ctrTitle"/>
          </p:nvPr>
        </p:nvSpPr>
        <p:spPr>
          <a:xfrm>
            <a:off x="1403350" y="406400"/>
            <a:ext cx="9144000" cy="977900"/>
          </a:xfrm>
        </p:spPr>
        <p:txBody>
          <a:bodyPr/>
          <a:lstStyle/>
          <a:p>
            <a:endParaRPr lang="nl-NL"/>
          </a:p>
        </p:txBody>
      </p:sp>
      <p:sp>
        <p:nvSpPr>
          <p:cNvPr id="3" name="Ondertitel 2">
            <a:extLst>
              <a:ext uri="{FF2B5EF4-FFF2-40B4-BE49-F238E27FC236}">
                <a16:creationId xmlns:a16="http://schemas.microsoft.com/office/drawing/2014/main" id="{1FE46048-3B95-0892-9FDD-6262DA2AECC6}"/>
              </a:ext>
            </a:extLst>
          </p:cNvPr>
          <p:cNvSpPr>
            <a:spLocks noGrp="1"/>
          </p:cNvSpPr>
          <p:nvPr>
            <p:ph type="subTitle" idx="1"/>
          </p:nvPr>
        </p:nvSpPr>
        <p:spPr/>
        <p:txBody>
          <a:bodyPr/>
          <a:lstStyle/>
          <a:p>
            <a:endParaRPr lang="nl-NL"/>
          </a:p>
        </p:txBody>
      </p:sp>
      <p:pic>
        <p:nvPicPr>
          <p:cNvPr id="5" name="Afbeelding 4">
            <a:extLst>
              <a:ext uri="{FF2B5EF4-FFF2-40B4-BE49-F238E27FC236}">
                <a16:creationId xmlns:a16="http://schemas.microsoft.com/office/drawing/2014/main" id="{4DA00A4B-601E-94CD-0FB1-8CA9DA1167AF}"/>
              </a:ext>
            </a:extLst>
          </p:cNvPr>
          <p:cNvPicPr>
            <a:picLocks noChangeAspect="1"/>
          </p:cNvPicPr>
          <p:nvPr/>
        </p:nvPicPr>
        <p:blipFill>
          <a:blip r:embed="rId3"/>
          <a:srcRect r="10119" b="8831"/>
          <a:stretch>
            <a:fillRect/>
          </a:stretch>
        </p:blipFill>
        <p:spPr>
          <a:xfrm>
            <a:off x="1194703" y="1618997"/>
            <a:ext cx="10019397" cy="3753103"/>
          </a:xfrm>
          <a:prstGeom prst="rect">
            <a:avLst/>
          </a:prstGeom>
        </p:spPr>
      </p:pic>
    </p:spTree>
    <p:extLst>
      <p:ext uri="{BB962C8B-B14F-4D97-AF65-F5344CB8AC3E}">
        <p14:creationId xmlns:p14="http://schemas.microsoft.com/office/powerpoint/2010/main" val="3036620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B23DD2E-9677-8AC9-9D62-1F38E9118D53}"/>
              </a:ext>
            </a:extLst>
          </p:cNvPr>
          <p:cNvPicPr>
            <a:picLocks noChangeAspect="1"/>
          </p:cNvPicPr>
          <p:nvPr/>
        </p:nvPicPr>
        <p:blipFill>
          <a:blip r:embed="rId3"/>
          <a:stretch>
            <a:fillRect/>
          </a:stretch>
        </p:blipFill>
        <p:spPr>
          <a:xfrm>
            <a:off x="704158" y="2482850"/>
            <a:ext cx="8210795" cy="2298700"/>
          </a:xfrm>
          <a:prstGeom prst="rect">
            <a:avLst/>
          </a:prstGeom>
        </p:spPr>
      </p:pic>
      <p:pic>
        <p:nvPicPr>
          <p:cNvPr id="7" name="Afbeelding 6">
            <a:extLst>
              <a:ext uri="{FF2B5EF4-FFF2-40B4-BE49-F238E27FC236}">
                <a16:creationId xmlns:a16="http://schemas.microsoft.com/office/drawing/2014/main" id="{45B214B0-6FF0-B7C3-8FDF-6BBD1AE4933E}"/>
              </a:ext>
            </a:extLst>
          </p:cNvPr>
          <p:cNvPicPr>
            <a:picLocks noChangeAspect="1"/>
          </p:cNvPicPr>
          <p:nvPr/>
        </p:nvPicPr>
        <p:blipFill>
          <a:blip r:embed="rId4"/>
          <a:stretch>
            <a:fillRect/>
          </a:stretch>
        </p:blipFill>
        <p:spPr>
          <a:xfrm>
            <a:off x="9235689" y="2482850"/>
            <a:ext cx="2324241" cy="2298700"/>
          </a:xfrm>
          <a:prstGeom prst="rect">
            <a:avLst/>
          </a:prstGeom>
        </p:spPr>
      </p:pic>
      <p:sp>
        <p:nvSpPr>
          <p:cNvPr id="2" name="Tekstvak 1">
            <a:extLst>
              <a:ext uri="{FF2B5EF4-FFF2-40B4-BE49-F238E27FC236}">
                <a16:creationId xmlns:a16="http://schemas.microsoft.com/office/drawing/2014/main" id="{DAEE7C2D-C667-0E25-13EE-C7D2AB8B0547}"/>
              </a:ext>
            </a:extLst>
          </p:cNvPr>
          <p:cNvSpPr txBox="1"/>
          <p:nvPr/>
        </p:nvSpPr>
        <p:spPr>
          <a:xfrm>
            <a:off x="840634" y="975135"/>
            <a:ext cx="895275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dirty="0"/>
              <a:t>Lees deze week de handreiking 'Navigeren door je leerproces' door.</a:t>
            </a:r>
          </a:p>
          <a:p>
            <a:r>
              <a:rPr lang="nl-NL" dirty="0"/>
              <a:t>Ga met de stappen 'Verwachtingen verhelderen' en 'Plannen maken' aan de slag.</a:t>
            </a:r>
          </a:p>
          <a:p>
            <a:r>
              <a:rPr lang="nl-NL" dirty="0"/>
              <a:t>In de handreiking (en zie ook dia 4 en 5) staan vragen die je hierbij helpen.</a:t>
            </a:r>
          </a:p>
          <a:p>
            <a:r>
              <a:rPr lang="nl-NL" dirty="0"/>
              <a:t>Upload het resultaat (je beroepsproduct) in je portfolio.</a:t>
            </a:r>
          </a:p>
        </p:txBody>
      </p:sp>
    </p:spTree>
    <p:extLst>
      <p:ext uri="{BB962C8B-B14F-4D97-AF65-F5344CB8AC3E}">
        <p14:creationId xmlns:p14="http://schemas.microsoft.com/office/powerpoint/2010/main" val="2083279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4A859638-5136-CA63-11EA-2E1A444A9866}"/>
              </a:ext>
            </a:extLst>
          </p:cNvPr>
          <p:cNvPicPr>
            <a:picLocks noChangeAspect="1"/>
          </p:cNvPicPr>
          <p:nvPr/>
        </p:nvPicPr>
        <p:blipFill>
          <a:blip r:embed="rId3"/>
          <a:stretch>
            <a:fillRect/>
          </a:stretch>
        </p:blipFill>
        <p:spPr>
          <a:xfrm>
            <a:off x="1244031" y="1888961"/>
            <a:ext cx="9269816" cy="2663989"/>
          </a:xfrm>
          <a:prstGeom prst="rect">
            <a:avLst/>
          </a:prstGeom>
        </p:spPr>
      </p:pic>
      <p:sp>
        <p:nvSpPr>
          <p:cNvPr id="2" name="Tekstvak 1">
            <a:extLst>
              <a:ext uri="{FF2B5EF4-FFF2-40B4-BE49-F238E27FC236}">
                <a16:creationId xmlns:a16="http://schemas.microsoft.com/office/drawing/2014/main" id="{F7477AE5-D5BF-D6EE-9C75-F6E916C0EE2A}"/>
              </a:ext>
            </a:extLst>
          </p:cNvPr>
          <p:cNvSpPr txBox="1"/>
          <p:nvPr/>
        </p:nvSpPr>
        <p:spPr>
          <a:xfrm flipV="1">
            <a:off x="1706487" y="5144681"/>
            <a:ext cx="7159214" cy="7388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nl-NL"/>
          </a:p>
        </p:txBody>
      </p:sp>
    </p:spTree>
    <p:extLst>
      <p:ext uri="{BB962C8B-B14F-4D97-AF65-F5344CB8AC3E}">
        <p14:creationId xmlns:p14="http://schemas.microsoft.com/office/powerpoint/2010/main" val="2186202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DEEDB0FA-9FC1-6FA6-AE59-F946050B3124}"/>
              </a:ext>
            </a:extLst>
          </p:cNvPr>
          <p:cNvPicPr>
            <a:picLocks noChangeAspect="1"/>
          </p:cNvPicPr>
          <p:nvPr/>
        </p:nvPicPr>
        <p:blipFill>
          <a:blip r:embed="rId3"/>
          <a:stretch>
            <a:fillRect/>
          </a:stretch>
        </p:blipFill>
        <p:spPr>
          <a:xfrm>
            <a:off x="858202" y="1427175"/>
            <a:ext cx="5447144" cy="4003650"/>
          </a:xfrm>
          <a:prstGeom prst="rect">
            <a:avLst/>
          </a:prstGeom>
        </p:spPr>
      </p:pic>
      <p:cxnSp>
        <p:nvCxnSpPr>
          <p:cNvPr id="11" name="Straight Connector 10">
            <a:extLst>
              <a:ext uri="{FF2B5EF4-FFF2-40B4-BE49-F238E27FC236}">
                <a16:creationId xmlns:a16="http://schemas.microsoft.com/office/drawing/2014/main" id="{4D56677B-C0B7-4DAC-ACAD-8054FF1B59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573887"/>
            <a:ext cx="0" cy="3710227"/>
          </a:xfrm>
          <a:prstGeom prst="line">
            <a:avLst/>
          </a:prstGeom>
          <a:ln w="19050">
            <a:solidFill>
              <a:srgbClr val="EB2593"/>
            </a:solidFill>
          </a:ln>
        </p:spPr>
        <p:style>
          <a:lnRef idx="1">
            <a:schemeClr val="accent1"/>
          </a:lnRef>
          <a:fillRef idx="0">
            <a:schemeClr val="accent1"/>
          </a:fillRef>
          <a:effectRef idx="0">
            <a:schemeClr val="accent1"/>
          </a:effectRef>
          <a:fontRef idx="minor">
            <a:schemeClr val="tx1"/>
          </a:fontRef>
        </p:style>
      </p:cxnSp>
      <p:pic>
        <p:nvPicPr>
          <p:cNvPr id="6" name="Afbeelding 5">
            <a:extLst>
              <a:ext uri="{FF2B5EF4-FFF2-40B4-BE49-F238E27FC236}">
                <a16:creationId xmlns:a16="http://schemas.microsoft.com/office/drawing/2014/main" id="{E46955BA-110C-4769-0E4E-69A873F79EFC}"/>
              </a:ext>
            </a:extLst>
          </p:cNvPr>
          <p:cNvPicPr>
            <a:picLocks noChangeAspect="1"/>
          </p:cNvPicPr>
          <p:nvPr/>
        </p:nvPicPr>
        <p:blipFill>
          <a:blip r:embed="rId4"/>
          <a:stretch>
            <a:fillRect/>
          </a:stretch>
        </p:blipFill>
        <p:spPr>
          <a:xfrm>
            <a:off x="6514690" y="1573887"/>
            <a:ext cx="1134815" cy="1702223"/>
          </a:xfrm>
          <a:prstGeom prst="rect">
            <a:avLst/>
          </a:prstGeom>
        </p:spPr>
      </p:pic>
      <p:pic>
        <p:nvPicPr>
          <p:cNvPr id="4" name="Afbeelding 3">
            <a:extLst>
              <a:ext uri="{FF2B5EF4-FFF2-40B4-BE49-F238E27FC236}">
                <a16:creationId xmlns:a16="http://schemas.microsoft.com/office/drawing/2014/main" id="{87D44843-2FCC-8FC0-A911-37022D918DCF}"/>
              </a:ext>
            </a:extLst>
          </p:cNvPr>
          <p:cNvPicPr>
            <a:picLocks noChangeAspect="1"/>
          </p:cNvPicPr>
          <p:nvPr/>
        </p:nvPicPr>
        <p:blipFill>
          <a:blip r:embed="rId5"/>
          <a:stretch>
            <a:fillRect/>
          </a:stretch>
        </p:blipFill>
        <p:spPr>
          <a:xfrm>
            <a:off x="8872969" y="3276110"/>
            <a:ext cx="2381372" cy="2540131"/>
          </a:xfrm>
          <a:prstGeom prst="rect">
            <a:avLst/>
          </a:prstGeom>
        </p:spPr>
      </p:pic>
    </p:spTree>
    <p:extLst>
      <p:ext uri="{BB962C8B-B14F-4D97-AF65-F5344CB8AC3E}">
        <p14:creationId xmlns:p14="http://schemas.microsoft.com/office/powerpoint/2010/main" val="341973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869452B3-0D6A-7A30-DF3B-9DD0256C076F}"/>
              </a:ext>
            </a:extLst>
          </p:cNvPr>
          <p:cNvPicPr>
            <a:picLocks noChangeAspect="1"/>
          </p:cNvPicPr>
          <p:nvPr/>
        </p:nvPicPr>
        <p:blipFill>
          <a:blip r:embed="rId3"/>
          <a:stretch>
            <a:fillRect/>
          </a:stretch>
        </p:blipFill>
        <p:spPr>
          <a:xfrm>
            <a:off x="2909164" y="1245863"/>
            <a:ext cx="907836" cy="1613323"/>
          </a:xfrm>
          <a:prstGeom prst="rect">
            <a:avLst/>
          </a:prstGeom>
        </p:spPr>
      </p:pic>
      <p:cxnSp>
        <p:nvCxnSpPr>
          <p:cNvPr id="22" name="Straight Connector 9">
            <a:extLst>
              <a:ext uri="{FF2B5EF4-FFF2-40B4-BE49-F238E27FC236}">
                <a16:creationId xmlns:a16="http://schemas.microsoft.com/office/drawing/2014/main" id="{1C6AAE25-BD23-41B5-AAE4-1DA5898C2A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573887"/>
            <a:ext cx="0" cy="3710227"/>
          </a:xfrm>
          <a:prstGeom prst="line">
            <a:avLst/>
          </a:prstGeom>
          <a:ln w="19050">
            <a:solidFill>
              <a:srgbClr val="F81875"/>
            </a:solidFill>
          </a:ln>
        </p:spPr>
        <p:style>
          <a:lnRef idx="1">
            <a:schemeClr val="accent1"/>
          </a:lnRef>
          <a:fillRef idx="0">
            <a:schemeClr val="accent1"/>
          </a:fillRef>
          <a:effectRef idx="0">
            <a:schemeClr val="accent1"/>
          </a:effectRef>
          <a:fontRef idx="minor">
            <a:schemeClr val="tx1"/>
          </a:fontRef>
        </p:style>
      </p:cxnSp>
      <p:pic>
        <p:nvPicPr>
          <p:cNvPr id="5" name="Afbeelding 4">
            <a:extLst>
              <a:ext uri="{FF2B5EF4-FFF2-40B4-BE49-F238E27FC236}">
                <a16:creationId xmlns:a16="http://schemas.microsoft.com/office/drawing/2014/main" id="{17FE4EB9-5E75-0158-D2BA-AE3FA5890458}"/>
              </a:ext>
            </a:extLst>
          </p:cNvPr>
          <p:cNvPicPr>
            <a:picLocks noChangeAspect="1"/>
          </p:cNvPicPr>
          <p:nvPr/>
        </p:nvPicPr>
        <p:blipFill>
          <a:blip r:embed="rId4"/>
          <a:stretch>
            <a:fillRect/>
          </a:stretch>
        </p:blipFill>
        <p:spPr>
          <a:xfrm>
            <a:off x="4886676" y="1245863"/>
            <a:ext cx="6184580" cy="4360128"/>
          </a:xfrm>
          <a:prstGeom prst="rect">
            <a:avLst/>
          </a:prstGeom>
        </p:spPr>
      </p:pic>
    </p:spTree>
    <p:extLst>
      <p:ext uri="{BB962C8B-B14F-4D97-AF65-F5344CB8AC3E}">
        <p14:creationId xmlns:p14="http://schemas.microsoft.com/office/powerpoint/2010/main" val="1633533319"/>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37B7D4BA9EB9F4FAF1AF08F682E874C" ma:contentTypeVersion="3" ma:contentTypeDescription="Een nieuw document maken." ma:contentTypeScope="" ma:versionID="fc24e517ae346fc27851bc5323d94e78">
  <xsd:schema xmlns:xsd="http://www.w3.org/2001/XMLSchema" xmlns:xs="http://www.w3.org/2001/XMLSchema" xmlns:p="http://schemas.microsoft.com/office/2006/metadata/properties" xmlns:ns2="ea1b39fd-a4c6-4aa1-ae77-31242b19e972" targetNamespace="http://schemas.microsoft.com/office/2006/metadata/properties" ma:root="true" ma:fieldsID="b74a637499253a67cd0dd5d2c23b259b" ns2:_="">
    <xsd:import namespace="ea1b39fd-a4c6-4aa1-ae77-31242b19e97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1b39fd-a4c6-4aa1-ae77-31242b19e9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E90F16-EFBC-4C9C-B760-8468D51AC5C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6F77E74-1A0F-477B-BD2F-2589F8F33A63}">
  <ds:schemaRefs>
    <ds:schemaRef ds:uri="http://schemas.microsoft.com/sharepoint/v3/contenttype/forms"/>
  </ds:schemaRefs>
</ds:datastoreItem>
</file>

<file path=customXml/itemProps3.xml><?xml version="1.0" encoding="utf-8"?>
<ds:datastoreItem xmlns:ds="http://schemas.openxmlformats.org/officeDocument/2006/customXml" ds:itemID="{79EB54BB-98B3-4112-8703-1320028C72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1b39fd-a4c6-4aa1-ae77-31242b19e9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Breedbeeld</PresentationFormat>
  <Slides>5</Slides>
  <Notes>5</Notes>
  <HiddenSlides>0</HiddenSlides>
  <ScaleCrop>false</ScaleCrop>
  <HeadingPairs>
    <vt:vector size="4" baseType="variant">
      <vt:variant>
        <vt:lpstr>Thema</vt:lpstr>
      </vt:variant>
      <vt:variant>
        <vt:i4>1</vt:i4>
      </vt:variant>
      <vt:variant>
        <vt:lpstr>Diatitels</vt:lpstr>
      </vt:variant>
      <vt:variant>
        <vt:i4>5</vt:i4>
      </vt:variant>
    </vt:vector>
  </HeadingPairs>
  <TitlesOfParts>
    <vt:vector size="6" baseType="lpstr">
      <vt:lpstr>Kantoorthema</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Schroevers,Francis A.F.</dc:creator>
  <cp:revision>55</cp:revision>
  <dcterms:created xsi:type="dcterms:W3CDTF">2025-09-08T10:50:02Z</dcterms:created>
  <dcterms:modified xsi:type="dcterms:W3CDTF">2025-09-08T18:58:45Z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0x010100B37B7D4BA9EB9F4FAF1AF08F682E874C</vt:lpwstr>
  </property>
</Properties>
</file>